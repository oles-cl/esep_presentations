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373C-382E-A341-9371-EC244F113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52C4A-0C16-6BAA-2455-B95A69D42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74BE5-648E-4931-EA63-B4E32969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726F9-5017-3513-854F-568B13D5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A5D22-CDB9-436B-FA74-A61EFDD2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3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4551-4A57-D859-A832-111D3A70A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ED94E-3A3A-D748-F78A-85C33B5FC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B24E-F07D-2EC3-2125-A6BF4147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13856-8CA6-C3DA-C5CE-DD9410B6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7A8FD-D1BC-2CB3-D406-568DCD2D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7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5A9-F0A5-FA9A-1F6A-569BBC2F5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9E265-CE79-9C28-B737-8282F43C7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66578-761B-02CF-9DF9-0D698072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CE8FB-0109-8FD3-04AB-63D752CD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AC83D-9415-BFCD-0EBA-881362F1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8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A6EA-3C37-1286-BBAA-C7C247FB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D34CE-7EB8-E5D7-E51A-8860965C4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A60FC-D064-F2B9-6D6A-0DEE9C636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56C58-6ECF-682F-0A21-A8AF0BAC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DDBE7-175D-4F73-8686-4761D9CC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DBF16-123E-DF2F-9610-92B7CCFAF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483E-898E-A589-7D43-DE8C57F9F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E1EDA-D37D-1459-C58C-4135267AF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003AF-E03C-F0F3-4BED-2F2493A91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6E37C-F4B8-E2A7-9946-D0180B860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13245-62B9-3544-F9F8-012BBF8F3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69D448-0443-813E-5EB0-059A7460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ABD58-261F-AF73-0BF6-0684485C6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E4E8DC-D070-8BD2-352A-8FCD29D1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00344-9E1D-9CAF-2657-31913C20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FC773-D13D-94A5-2B40-57363BA2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A0518-23EC-0DCD-2048-921298237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76B8D-4C36-C291-2FEF-88FB87E3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457D8-1223-71B5-8EC0-FA2374877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DC754-A43A-2160-6A55-43D66DEE5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9D49B-5218-7546-9BC1-2978E798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8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ECCD-1235-1149-B05E-5520C10E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03F8F-8DFC-10B3-DDE5-D585177F0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1A4D6-6B8C-967A-83C8-0BC9D833F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2B6A6-96AE-FE4E-2812-3FA9DB72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DC8AD-E5F0-F52C-9981-DE9CFC55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892AA-2F4A-6E93-0AC6-146A2F9D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50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CEAD-10A8-4C7F-F87D-343E304A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D37F8-66C3-EF15-8B2A-42F71555D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5BE03-93DB-846D-7B8D-E30600BDF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2A611-2FC9-6C8D-2B0D-C7960704C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5D636-73FD-4AAF-2F01-40B21414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D6F93-7C7F-645B-D7E2-E2C8A32A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1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F47A-ACA4-8CC1-2D11-C3CF8629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492A7-D087-0DE0-131E-341C8D406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01ED7-B118-0414-233E-7C2BDB686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A54F4-F672-99BF-D09F-DD853541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CA8C5-5640-E639-4C68-8C38E1C7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4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DAE6E-923E-5379-880B-F66E5586A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4DE3C-567B-A6F0-573E-0241217C8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243A2-99CE-ACC5-79D4-69CD72A2C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4FE83-BC77-48D9-4556-D9D2FE23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922C6-FBF4-1B9A-2CFB-F69E7B66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3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3D5C40-965D-BDF3-63F4-2E48DB053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B4FD3-E51E-C314-F4DD-FA5E3054B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7CD9D-C71B-9E50-C6AA-81D825238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A75B3-30C9-4F3C-B140-490F6DE79B9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DD563-31FC-9F4E-49CD-C3821AFA8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721F-436E-3F72-30DE-22A1DC9E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A8658-D785-40B9-B55B-88051D3B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8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0782B4-6A29-B0F6-5AB1-05C298469E28}"/>
              </a:ext>
            </a:extLst>
          </p:cNvPr>
          <p:cNvSpPr/>
          <p:nvPr/>
        </p:nvSpPr>
        <p:spPr>
          <a:xfrm>
            <a:off x="8562974" y="3946254"/>
            <a:ext cx="2207477" cy="84772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Legitimidad de Carabineros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087592-BDEE-6D31-7AA4-EA6A19F136A5}"/>
              </a:ext>
            </a:extLst>
          </p:cNvPr>
          <p:cNvSpPr/>
          <p:nvPr/>
        </p:nvSpPr>
        <p:spPr>
          <a:xfrm>
            <a:off x="5010150" y="3057524"/>
            <a:ext cx="2019300" cy="972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Percepción de eficacia policial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A2FBB5-6BF2-4286-B5D9-C372BD2D6081}"/>
              </a:ext>
            </a:extLst>
          </p:cNvPr>
          <p:cNvSpPr/>
          <p:nvPr/>
        </p:nvSpPr>
        <p:spPr>
          <a:xfrm>
            <a:off x="5010150" y="4898753"/>
            <a:ext cx="2019300" cy="972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Percepción de justicia procedimental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C3483E-BB83-2C4D-F23C-788CFBAE6E3E}"/>
              </a:ext>
            </a:extLst>
          </p:cNvPr>
          <p:cNvSpPr/>
          <p:nvPr/>
        </p:nvSpPr>
        <p:spPr>
          <a:xfrm>
            <a:off x="1412024" y="3946254"/>
            <a:ext cx="2019300" cy="8477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Miedo a Carabineros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0D15AC-35F1-5DE8-BD11-FC7CB60E9F5B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7029450" y="3543524"/>
            <a:ext cx="1533524" cy="8265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D60AE5-772F-6352-7DD3-C1D4FCC8C284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7029450" y="4370117"/>
            <a:ext cx="1533524" cy="101463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25B2BC-D472-42A6-1259-CF29483D0106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3431324" y="3543524"/>
            <a:ext cx="1578826" cy="8265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1432CD-BB3C-2D0B-3824-7DB2E810440A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3431324" y="4370117"/>
            <a:ext cx="1578826" cy="101463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7B27ECD-210A-54C1-FEE4-1FF79130D470}"/>
              </a:ext>
            </a:extLst>
          </p:cNvPr>
          <p:cNvSpPr txBox="1"/>
          <p:nvPr/>
        </p:nvSpPr>
        <p:spPr>
          <a:xfrm>
            <a:off x="3922147" y="4212716"/>
            <a:ext cx="124040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CL" dirty="0"/>
              <a:t>Disminuye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70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D0B73-2E09-A551-A292-0B3CAD2F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EE1CAF-3C8C-D832-3965-8B7DC94C4638}"/>
              </a:ext>
            </a:extLst>
          </p:cNvPr>
          <p:cNvSpPr/>
          <p:nvPr/>
        </p:nvSpPr>
        <p:spPr>
          <a:xfrm>
            <a:off x="8562974" y="3946254"/>
            <a:ext cx="2207477" cy="84772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Legitimidad de Carabineros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450EF7-68B3-B3E7-CB2B-10FC6AC3ED51}"/>
              </a:ext>
            </a:extLst>
          </p:cNvPr>
          <p:cNvSpPr/>
          <p:nvPr/>
        </p:nvSpPr>
        <p:spPr>
          <a:xfrm>
            <a:off x="5010150" y="3057524"/>
            <a:ext cx="2019300" cy="972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Percepción de eficacia policial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F1B093-2824-7953-A4E7-544C6C20052B}"/>
              </a:ext>
            </a:extLst>
          </p:cNvPr>
          <p:cNvSpPr/>
          <p:nvPr/>
        </p:nvSpPr>
        <p:spPr>
          <a:xfrm>
            <a:off x="5010150" y="4898753"/>
            <a:ext cx="2019300" cy="972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Percepción de justicia procedimental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4E68A3-FFD4-6A14-9C17-DD35DC6E6036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7029450" y="3543524"/>
            <a:ext cx="1533524" cy="8265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5967E7-2355-1D03-9833-56A97F4C97CC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7029450" y="4370117"/>
            <a:ext cx="1533524" cy="10146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C64921-7B3D-8EA3-54A8-6FA00101F8C9}"/>
              </a:ext>
            </a:extLst>
          </p:cNvPr>
          <p:cNvSpPr txBox="1"/>
          <p:nvPr/>
        </p:nvSpPr>
        <p:spPr>
          <a:xfrm>
            <a:off x="7567649" y="3622507"/>
            <a:ext cx="37702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CL" sz="2800" dirty="0"/>
              <a:t>+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D27EF-1E93-471F-634B-DF3880EBF8E6}"/>
              </a:ext>
            </a:extLst>
          </p:cNvPr>
          <p:cNvSpPr txBox="1"/>
          <p:nvPr/>
        </p:nvSpPr>
        <p:spPr>
          <a:xfrm>
            <a:off x="7567649" y="4615825"/>
            <a:ext cx="37702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CL" sz="2800" b="1" dirty="0"/>
              <a:t>+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8471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Mónica Gerber Plüss</dc:creator>
  <cp:lastModifiedBy>Mónica Gerber Plüss</cp:lastModifiedBy>
  <cp:revision>1</cp:revision>
  <dcterms:created xsi:type="dcterms:W3CDTF">2026-03-31T02:14:49Z</dcterms:created>
  <dcterms:modified xsi:type="dcterms:W3CDTF">2026-03-31T09:33:33Z</dcterms:modified>
</cp:coreProperties>
</file>